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School Hub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D47A1"/>
                </a:solidFill>
              </a:defRPr>
            </a:pPr>
            <a:r>
              <a:t>A Comprehensive School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88"/>
                </a:solidFill>
              </a:defRPr>
            </a:pPr>
            <a:r>
              <a:t>Level-1 PPT Presentation</a:t>
            </a:r>
          </a:p>
          <a:p>
            <a:r>
              <a:t>February 13-14,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Introduction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53035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1">
                <a:solidFill>
                  <a:srgbClr val="009688"/>
                </a:solidFill>
              </a:defRPr>
            </a:pPr>
            <a:r>
              <a:t>Project Overview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Modern, full-featured school management system built with React &amp; TypeScript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Unified platform for managing students, teachers, classes, attendance, and fees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1">
                <a:solidFill>
                  <a:srgbClr val="009688"/>
                </a:solidFill>
              </a:defRPr>
            </a:pPr>
            <a:r>
              <a:t>Key Objectives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Streamline administrative operations and reduce manual paperwork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Provide real-time insights into school metrics and student performance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Enable efficient communication between educators and administrators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Ensure scalability and security with cloud-based infrastructure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1">
                <a:solidFill>
                  <a:srgbClr val="009688"/>
                </a:solidFill>
              </a:defRPr>
            </a:pPr>
            <a:r>
              <a:t>Target Users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School administrators, teachers, and office staff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Requirements (SRS)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114800" cy="53035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✓ Functional Requirements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Student management (add/edit/delete)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Attendance tracking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Fee collection &amp;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Teacher &amp; class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Dashboard with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Role-based access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Report generation (PDF/CSV)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4114800" cy="53035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✓ Non-Functional Requirements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Performance: &lt;2s response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Security: End-to-end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Availability: 99.5% uptime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Scalability: Support 1000+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Compatibility: Chrome, Firefox, Safari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Data Backup: Daily automated backups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User Experience: Intuitive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Process Logic &amp; System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53035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1">
                <a:solidFill>
                  <a:srgbClr val="009688"/>
                </a:solidFill>
              </a:defRPr>
            </a:pPr>
            <a:r>
              <a:t>Authentication Process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1. User enters credentials → System validates with Supabase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2. Upon success, generates JWT token → User logged 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1">
                <a:solidFill>
                  <a:srgbClr val="009688"/>
                </a:solidFill>
              </a:defRPr>
            </a:pPr>
            <a:r>
              <a:t>Data Management Process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1. User submits data via form → System validates input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2. Data sent to Supabase API → Database stores/updates record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3. System fetches latest data → Displays on dashboard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1">
                <a:solidFill>
                  <a:srgbClr val="009688"/>
                </a:solidFill>
              </a:defRPr>
            </a:pPr>
            <a:r>
              <a:t>Attendance Recording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1. Mark attendance → Store in database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2. Generate attendance reports → Visualize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Timeline - 3 Month Duration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Month 1: Planning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Weeks 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Requirements Analysis, Database Design, Architecture Planning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8229600" cy="137160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Month 2: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08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Weeks 5-8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Frontend Development, Backend API, Integration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8229600" cy="137160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7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Month 3: Testing &amp;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75487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Weeks 9-12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QA Testing, Bug Fixes, Production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669280"/>
            <a:ext cx="8229600" cy="8229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47A1"/>
                </a:solidFill>
              </a:defRPr>
            </a:pPr>
            <a:r>
              <a:t>📅 Level-1: 13-14 Feb 2026 | 📅 Level-2: 27-28 Feb 2026 | 📅 Level-3: 11-14 Mar 2026 | 📅 Level-4: 25-28 Mar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Dictionary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INTEGER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Students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Name, Email, Class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VARCHAR, VARCHAR, INT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Teachers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TeacherID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INTEGER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Teachers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Name, Subject, Classes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VARCHAR, VARCHAR, TEXT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Attendance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AttendanceID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INTEGER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Attendance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StudentID, Date, Status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INT (FK), DATE, ENUM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FeeID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INTEGER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Fees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StudentID, Amount, Status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INT (FK), DECIMAL, ENUM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Flow Diagram (DFD)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1097280" cy="1097280"/>
          </a:xfrm>
          <a:prstGeom prst="ellipse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User/Admin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1828800" cy="1828800"/>
          </a:xfrm>
          <a:prstGeom prst="roundRect">
            <a:avLst/>
          </a:prstGeom>
          <a:solidFill>
            <a:srgbClr val="009688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64592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School Hub</a:t>
            </a:r>
          </a:p>
          <a:p>
            <a:r>
              <a:t>Dashboard</a:t>
            </a:r>
          </a:p>
          <a:p>
            <a:r>
              <a:t>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1097280" cy="1371600"/>
          </a:xfrm>
          <a:prstGeom prst="round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01168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Supabase</a:t>
            </a:r>
          </a:p>
          <a:p>
            <a:r>
              <a:t>Database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20240" y="2194560"/>
            <a:ext cx="822960" cy="365760"/>
          </a:xfrm>
          <a:prstGeom prst="rightArrow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011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</a:defRPr>
            </a:pPr>
            <a:r>
              <a:t>Inputs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2194560"/>
            <a:ext cx="1188720" cy="365760"/>
          </a:xfrm>
          <a:prstGeom prst="rightArrow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8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</a:defRPr>
            </a:pPr>
            <a:r>
              <a:t>Queries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4663440" y="2743200"/>
            <a:ext cx="1188720" cy="365760"/>
          </a:xfrm>
          <a:prstGeom prst="leftArrow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8346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</a:defRPr>
            </a:pPr>
            <a:r>
              <a:t>Data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1920240" y="2743200"/>
            <a:ext cx="822960" cy="365760"/>
          </a:xfrm>
          <a:prstGeom prst="leftArrow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834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  <a:r>
              <a:t>Data Entities: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  <a:r>
              <a:t>        • Students: Student profiles, enrollments, contact information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  <a:r>
              <a:t>        • Teachers: Teacher profiles, qualifications, subject assignments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  <a:r>
              <a:t>        • Classes: Class information, schedules, teacher assignments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  <a:r>
              <a:t>        • Attendance: Daily attendance records, patterns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  <a:r>
              <a:t>        • Fees: Fee transactions, payment status, balances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  <a:r>
              <a:t>        • Users: Admin and staff accounts with role-based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Entity-Relationship Diagram (ER Diagram)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16459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StudentID (PK)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Email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Phone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ClassID (FK)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286000" cy="16459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630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Teachers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TeacherID (PK)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Email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Subject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2286000" cy="16459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4630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ClassID (PK)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ClassName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TeacherID (FK)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2286000" cy="16459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AttendanceID (PK)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StudentID (FK)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Date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657600"/>
            <a:ext cx="2286000" cy="16459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7490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Fees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1148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FeeID (PK)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StudentID (FK)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Amount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 b="1">
                <a:solidFill>
                  <a:srgbClr val="0D47A1"/>
                </a:solidFill>
              </a:defRPr>
            </a:pPr>
            <a:r>
              <a:t>Relationships: Students → Classes (1:N) | Students → Attendance (1:N) | Students → Fees (1:N) | Teachers → Classes (1:N)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User Interface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12801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🎯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Real-time analytics and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4114800" cy="12801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4630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👥 Student Mgmt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8288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Add, edit, track all 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4114800" cy="12801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🏫 Class Mgmt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Organize classes &amp; schedules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834640"/>
            <a:ext cx="4114800" cy="12801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9260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📋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29184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Track daily attendance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4114800" cy="12801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💰 Fee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Monitor fee payments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4297680"/>
            <a:ext cx="4114800" cy="12801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43891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⚙️ 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548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Configure school parameters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Expected Report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53035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📊 Student Report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Individual student profiles with attendance history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Performance analytics and fee payment status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📈 Attendance Report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Daily/weekly/monthly attendance statistics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Absentee tracking and trends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💼 Fee Report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Outstanding payments by student/class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Payment frequency and collection rates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📚 Class Report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Enrollment statistics by class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Teacher assignments and class performance metrics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👨‍🏫 Teacher Report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Teacher workload distribution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Subject-wise class assignments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🎯 Dashboard Analytics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Real-time overview of all key metrics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Graphical visualizations (charts, graphs)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212121"/>
                </a:solidFill>
              </a:defRPr>
            </a:pPr>
            <a:r>
              <a:t>        • Exportable to PDF/CSV formats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References &amp; Bibliography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53035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TECHNOLOGIES &amp; FRAMEWORKS: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  <a:r>
              <a:t>        1. React 18 - Modern UI library for interactive interfaces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  <a:r>
              <a:t>        2. TypeScript - Type-safe JavaScript development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  <a:r>
              <a:t>        3. Supabase - Backend-as-a-Service with PostgreSQL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  <a:r>
              <a:t>        4. Tailwind CSS - Utility-first CSS framework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  <a:r>
              <a:t>        5. shadcn/ui - High-quality React components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  <a:r>
              <a:t>        6. Vite - Next-generation frontend build tool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  <a:r>
              <a:t>        7. TanStack Query - Server state management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  <a:r>
              <a:t>        8. React Router v6 - Client-side routing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        DOCUMENTATION REFERENCES: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        • React Official Documentation: react.dev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        • Supabase Documentation: supabase.com/docs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        • TypeScript Handbook: typescriptlang.org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        • Tailwind CSS Documentation: tailwindcss.com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        • Vite Documentation: vitejs.dev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        DESIGN PATTERNS: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        • MVC Architecture for application structure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        • RESTful API design principles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009688"/>
                </a:solidFill>
              </a:defRPr>
            </a:pPr>
            <a:r>
              <a:t>        • Database normalization (3NF)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82296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t>🤖 AI-Powered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Predictive analytics for student performance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Automated attendance anomaly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4114800" cy="82296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4630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t>📱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737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Native iOS &amp; Android apps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Offline data synchronization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4114800" cy="82296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t>🔐 Advanced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Two-factor authentication (2FA)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Role-based access control (RBAC)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154680"/>
            <a:ext cx="4114800" cy="82296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24612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t>📢 Communication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520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In-app messaging system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Automated SMS/Email notifications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4114800" cy="105156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t>📊 Advanced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35661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Custom report generation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Data visualization dashboards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Export to multiple formats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4937760"/>
            <a:ext cx="4114800" cy="82296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0292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t>🌐 Multi-Language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3035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Internationalization (i18n)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12121"/>
                </a:solidFill>
              </a:defRPr>
            </a:pPr>
            <a:r>
              <a:t>• Support for regional languages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73152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D47A1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688"/>
                </a:solidFill>
              </a:defRPr>
            </a:pPr>
            <a:r>
              <a:t>School Hub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12121"/>
                </a:solidFill>
              </a:defRPr>
            </a:pPr>
            <a:r>
              <a:t>For Questions &amp; Feedback: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12121"/>
                </a:solidFill>
              </a:defRPr>
            </a:pPr>
            <a:r>
              <a:t>        📧 Project Team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12121"/>
                </a:solidFill>
              </a:defRPr>
            </a:pPr>
            <a:r>
              <a:t>        📱 School Administration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212121"/>
                </a:solidFill>
              </a:defRPr>
            </a:pPr>
            <a:r>
              <a:t>        🔗 GitHub Repository: school-hub-dash-62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